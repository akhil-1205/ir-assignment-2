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1c72822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1c72822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1c7282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1c7282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1c72822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1c72822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1c72822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1c72822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c1c72822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c1c72822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c1c72822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c1c72822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1c72822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c1c72822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1c72822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c1c72822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c1c7282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c1c7282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datasets/anon-user-423/ACE" TargetMode="External"/><Relationship Id="rId4" Type="http://schemas.openxmlformats.org/officeDocument/2006/relationships/hyperlink" Target="https://huggingface.co/datasets/Percena/msc-memfuse-mc1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Episodic Memory for Adaptive Agent Planning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Memory-Augmented Decision System for Tool-Using Agents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Current LLM agents use tools but: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 mistakes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Forget past failures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adapt behavior over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 Intelligent systems could: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from experience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previously failing plans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Prefer </a:t>
            </a:r>
            <a:r>
              <a:rPr lang="en"/>
              <a:t>previously</a:t>
            </a:r>
            <a:r>
              <a:rPr lang="en"/>
              <a:t> successful strategies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Description, Problem Statement, Objectives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Description: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agent that stores past task experiences and retrieves them to influence future planning.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Problem statement: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Existing retrieval-augmented systems retrieve knowledge to enhance responses, but they do not influence the agent’s action-selection policy.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can we design a memory system where past experiences actively constrain and shape future planning and tool selection?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Description, Problem Statement, Objectives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Objectives: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Store structured agent experiences (state, plan, tools used, outcome)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a retrieval system over these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a policy shaping mechanism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Demonstrate adaptive behaviour over repeated tasks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there is no training involved, datasets would be used only to verify and validate the </a:t>
            </a:r>
            <a:br>
              <a:rPr lang="en"/>
            </a:b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https://huggingface.co/datasets/anon-user-423/ACE</a:t>
            </a:r>
            <a:r>
              <a:rPr lang="en"/>
              <a:t> : Episodic </a:t>
            </a:r>
            <a:r>
              <a:rPr lang="en"/>
              <a:t>memory</a:t>
            </a:r>
            <a:r>
              <a:rPr lang="en"/>
              <a:t> Retrieval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https://huggingface.co/datasets/Percena/msc-memfuse-mc10</a:t>
            </a:r>
            <a:r>
              <a:rPr lang="en"/>
              <a:t> : 500 previous session episodes and their QA on them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7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Step 1: Baseline Agent: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tool-using LLM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memory influence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Record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Step 2: Experience Logger: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 structured experiences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 in vector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Step 3: Experience Retrieval: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 states using 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Retrieve similar past episodes</a:t>
            </a:r>
            <a:endParaRPr b="1" u="sng"/>
          </a:p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Step 4: Policy Shaping Layer: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Extract: failed instances, successful instances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Modify: Tool selection ranking, planning constraints, action filtering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Step 5: Iterative Learning: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multiple task episodes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Observe behavioral adaptation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22906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Moves </a:t>
            </a:r>
            <a:r>
              <a:rPr lang="en"/>
              <a:t>beyond</a:t>
            </a:r>
            <a:r>
              <a:rPr lang="en"/>
              <a:t> standard agentic workflows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affects action selection, not just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Episodic memory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Retrieval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Policy biasing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Bridges: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LLM agents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Reinforcement learning concepts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Case-based reasoning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u="sng"/>
              <a:t>Key </a:t>
            </a:r>
            <a:r>
              <a:rPr i="1" lang="en" u="sng"/>
              <a:t>Novelty</a:t>
            </a:r>
            <a:r>
              <a:rPr i="1" lang="en" u="sng"/>
              <a:t>: </a:t>
            </a:r>
            <a:r>
              <a:rPr i="1" lang="en"/>
              <a:t>Retrieval-augmented memory that shapes decision policy rather than response generation.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Mechanisms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r>
              <a:rPr b="1" lang="en"/>
              <a:t>ask Success Rate:</a:t>
            </a:r>
            <a:r>
              <a:rPr lang="en"/>
              <a:t> Percentage of tasks successfully completed.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memory works, success rate should improve across repeated tasks.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Repeated Failure Reduction</a:t>
            </a:r>
            <a:r>
              <a:rPr lang="en"/>
              <a:t>: Measure how often the agent repeats the same failed plan for similar tasks.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memory agent should repeat failed strategies less often than the baseline.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Tool Usage Shift: </a:t>
            </a:r>
            <a:r>
              <a:rPr lang="en"/>
              <a:t>Track which tools are selected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percentage comparison before and after memory should reduce frequently failed tools’ selection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and Deliverables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Systems: Baseline tool-using LLM agent, Memory-augmented adaptive agent, Policy shaping module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Structured Experience Dataset: Logged episodes, (state, plan, tools, outcome format), Possibly open-sourced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Evaluation Framework: Behavioral comparison scripts, Adaptation metrics, Performance tracking across episodes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Experimental Results: Comparative analysis, Plots showing adaptation curves, Failure reduction statistics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