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Episodic Memory for Adaptive Agent Planning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Information Retrieval over Episodic Memory:</a:t>
            </a:r>
          </a:p>
          <a:p>
            <a:r>
              <a:t>BM25, Dense, Hybrid, Field-Aware, Knowledge Graph, Cross-Encoder, and a Novel Graph-Augmented Reranker</a:t>
            </a:r>
          </a:p>
          <a:p/>
          <a:p>
            <a:r>
              <a:t>GROUP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Motivation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t>Current LLM agents use tools but:</a:t>
            </a:r>
          </a:p>
          <a:p>
            <a:pPr lvl="1"/>
            <a:r>
              <a:t>Repeat past mistakes</a:t>
            </a:r>
          </a:p>
          <a:p>
            <a:pPr lvl="1"/>
            <a:r>
              <a:t>Forget which tools failed for which task type</a:t>
            </a:r>
          </a:p>
          <a:p>
            <a:pPr lvl="1"/>
            <a:r>
              <a:t>Cannot adapt their tool selection over time</a:t>
            </a:r>
          </a:p>
          <a:p>
            <a:pPr/>
            <a:r>
              <a:t>An adaptive agent should:</a:t>
            </a:r>
          </a:p>
          <a:p>
            <a:pPr lvl="1"/>
            <a:r>
              <a:t>Learn from past successes</a:t>
            </a:r>
          </a:p>
          <a:p>
            <a:pPr lvl="1"/>
            <a:r>
              <a:t>Avoid previously failing strategies</a:t>
            </a:r>
          </a:p>
          <a:p>
            <a:pPr lvl="1"/>
            <a:r>
              <a:t>Bias action selection toward proven plans</a:t>
            </a:r>
          </a:p>
          <a:p>
            <a:pPr/>
            <a:r>
              <a:t>The bottleneck is the retrieval system over episodic memory: what we retrieve directly shapes what the agent does.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 &amp; Objectives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b="1"/>
              <a:t>Problem</a:t>
            </a:r>
          </a:p>
          <a:p>
            <a:pPr lvl="1"/>
            <a:r>
              <a:t>Existing retrieval-augmented systems retrieve facts to enrich responses.</a:t>
            </a:r>
          </a:p>
          <a:p>
            <a:pPr lvl="1"/>
            <a:r>
              <a:t>They do not influence the agent's action-selection policy.</a:t>
            </a:r>
          </a:p>
          <a:p>
            <a:pPr lvl="1"/>
            <a:r>
              <a:t>How do we design retrieval over episodic memory that actively shapes future planning and tool choice?</a:t>
            </a:r>
          </a:p>
          <a:p>
            <a:pPr/>
            <a:r>
              <a:rPr b="1"/>
              <a:t>Objectives</a:t>
            </a:r>
          </a:p>
          <a:p>
            <a:pPr lvl="1"/>
            <a:r>
              <a:t>Store structured agent experiences (state, plan, tools used, outcome)</a:t>
            </a:r>
          </a:p>
          <a:p>
            <a:pPr lvl="1"/>
            <a:r>
              <a:t>Build and rigorously compare multiple retrieval systems over them</a:t>
            </a:r>
          </a:p>
          <a:p>
            <a:pPr lvl="1"/>
            <a:r>
              <a:t>Design a novel multi-signal reranker that fuses lexical, dense, graph, and neural evidence</a:t>
            </a:r>
          </a:p>
          <a:p>
            <a:pPr lvl="1"/>
            <a:r>
              <a:t>Evaluate with both IR metrics and downstream agent-task metrics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b="1"/>
              <a:t>Pipeline (left to right):</a:t>
            </a:r>
          </a:p>
          <a:p>
            <a:pPr lvl="1"/>
            <a:r>
              <a:t>Datasets (ACE + MSC, HuggingFace)  -&gt;  Episode JSONL</a:t>
            </a:r>
          </a:p>
          <a:p>
            <a:pPr lvl="1"/>
            <a:r>
              <a:t>Episode JSONL  -&gt;  4 Indices (BM25, dense state, dense state+plan, KG)</a:t>
            </a:r>
          </a:p>
          <a:p>
            <a:pPr lvl="1"/>
            <a:r>
              <a:t>Indices  -&gt;  8 Retrievers (common Retriever protocol)</a:t>
            </a:r>
          </a:p>
          <a:p>
            <a:pPr lvl="1"/>
            <a:r>
              <a:t>Retrievers  -&gt;  Eval (P@k, R@k, MRR, nDCG)</a:t>
            </a:r>
          </a:p>
          <a:p>
            <a:pPr lvl="1"/>
            <a:r>
              <a:t>Retrievers  -&gt;  Simulated Agent  -&gt;  downstream metrics</a:t>
            </a:r>
          </a:p>
          <a:p>
            <a:pPr/>
            <a:r>
              <a:rPr b="1"/>
              <a:t>Key design decisions:</a:t>
            </a:r>
          </a:p>
          <a:p>
            <a:pPr lvl="1"/>
            <a:r>
              <a:t>Heterogeneous storage: BM25 + dense FAISS + scipy-sparse KG</a:t>
            </a:r>
          </a:p>
          <a:p>
            <a:pPr lvl="1"/>
            <a:r>
              <a:t>Outcome-aware filtering for success/failure pipelines</a:t>
            </a:r>
          </a:p>
          <a:p>
            <a:pPr lvl="1"/>
            <a:r>
              <a:t>Held-out IR evaluation with tool-Jaccard graded relevance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Datasets &amp; Episode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b="1"/>
              <a:t>Datasets (HuggingFace, with reproducible synthetic fallback)</a:t>
            </a:r>
          </a:p>
          <a:p>
            <a:pPr lvl="1"/>
            <a:r>
              <a:t>ACE: agent-capability episodic-retrieval dataset (~800 episodes)</a:t>
            </a:r>
          </a:p>
          <a:p>
            <a:pPr lvl="1"/>
            <a:r>
              <a:t>MSC: multi-session chat memory dataset (~400 episodes)</a:t>
            </a:r>
          </a:p>
          <a:p>
            <a:pPr lvl="1"/>
            <a:r>
              <a:t>Synthetic fallback uses task-type templates with 18% lexical distractors so retrieval is non-trivial</a:t>
            </a:r>
          </a:p>
          <a:p>
            <a:pPr/>
            <a:r>
              <a:rPr b="1"/>
              <a:t>Episode dataclass (single source of truth)</a:t>
            </a:r>
          </a:p>
          <a:p>
            <a:pPr lvl="1"/>
            <a:r>
              <a:t>state_text, plan_text, tools_used, outcome_label, outcome_text</a:t>
            </a:r>
          </a:p>
          <a:p>
            <a:pPr lvl="1"/>
            <a:r>
              <a:t>task_type, timestamp, source</a:t>
            </a:r>
          </a:p>
          <a:p>
            <a:pPr lvl="1"/>
            <a:r>
              <a:t>full_document = state + plan + tools + outcome (for BM25)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Storage / Indexing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b="1"/>
              <a:t>BM25 index (rank_bm25)</a:t>
            </a:r>
          </a:p>
          <a:p>
            <a:pPr lvl="1"/>
            <a:r>
              <a:t>Tokenized inverted index over full_document</a:t>
            </a:r>
          </a:p>
          <a:p>
            <a:pPr lvl="1"/>
            <a:r>
              <a:t>Pure-Python, in-process, persisted as pickle</a:t>
            </a:r>
          </a:p>
          <a:p>
            <a:pPr/>
            <a:r>
              <a:rPr b="1"/>
              <a:t>Dense indices (sentence-transformers + FAISS)</a:t>
            </a:r>
          </a:p>
          <a:p>
            <a:pPr lvl="1"/>
            <a:r>
              <a:t>all-MiniLM-L6-v2, 384-dim, L2-normalized -&gt; cosine via inner product</a:t>
            </a:r>
          </a:p>
          <a:p>
            <a:pPr lvl="1"/>
            <a:r>
              <a:t>Three variants: state, state+plan, plan-only (for field-aware)</a:t>
            </a:r>
          </a:p>
          <a:p>
            <a:pPr/>
            <a:r>
              <a:rPr b="1"/>
              <a:t>Knowledge-graph index (scipy.sparse)</a:t>
            </a:r>
          </a:p>
          <a:p>
            <a:pPr lvl="1"/>
            <a:r>
              <a:t>Heterogeneous nodes: episode, tool, tasktype, outcome, entity</a:t>
            </a:r>
          </a:p>
          <a:p>
            <a:pPr lvl="1"/>
            <a:r>
              <a:t>Edges weighted (entity edges idf-scored)</a:t>
            </a:r>
          </a:p>
          <a:p>
            <a:pPr lvl="1"/>
            <a:r>
              <a:t>Stored as one row-normalized CSR transition matrix</a:t>
            </a:r>
          </a:p>
          <a:p>
            <a:pPr/>
            <a:r>
              <a:rPr b="1"/>
              <a:t>Metadata store</a:t>
            </a:r>
          </a:p>
          <a:p>
            <a:pPr lvl="1"/>
            <a:r>
              <a:t>episode_id -&gt; Episode lookup, plus outcome filter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Retrieval Methods (8 total)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t>All implement a common Retriever protocol with optional filter_outcome=success|failure post-filtering.</a:t>
            </a:r>
          </a:p>
          <a:p>
            <a:pPr/>
            <a:r>
              <a:rPr b="1"/>
              <a:t>Single-signal:</a:t>
            </a:r>
          </a:p>
          <a:p>
            <a:pPr lvl="1"/>
            <a:r>
              <a:t>BM25 - lexical inverted index</a:t>
            </a:r>
          </a:p>
          <a:p>
            <a:pPr lvl="1"/>
            <a:r>
              <a:t>Dense (state) - bi-encoder cosine</a:t>
            </a:r>
          </a:p>
          <a:p>
            <a:pPr lvl="1"/>
            <a:r>
              <a:t>Dense (state + plan) - same, richer document</a:t>
            </a:r>
          </a:p>
          <a:p>
            <a:pPr/>
            <a:r>
              <a:rPr b="1"/>
              <a:t>Multi-signal:</a:t>
            </a:r>
          </a:p>
          <a:p>
            <a:pPr lvl="1"/>
            <a:r>
              <a:t>Hybrid - alpha * BM25 + (1-alpha) * dense (per-query min-max)</a:t>
            </a:r>
          </a:p>
          <a:p>
            <a:pPr lvl="1"/>
            <a:r>
              <a:t>Field-Aware - weighted state + plan + tool overlap + outcome</a:t>
            </a:r>
          </a:p>
          <a:p>
            <a:pPr lvl="1"/>
            <a:r>
              <a:t>KG-PPR - Personalized PageRank over heterogeneous graph</a:t>
            </a:r>
          </a:p>
          <a:p>
            <a:pPr/>
            <a:r>
              <a:rPr b="1"/>
              <a:t>Two-stage / multi-stage neural:</a:t>
            </a:r>
          </a:p>
          <a:p>
            <a:pPr lvl="1"/>
            <a:r>
              <a:t>Cross-Encoder Rerank - hybrid recall + ms-marco MiniLM rerank</a:t>
            </a:r>
          </a:p>
          <a:p>
            <a:pPr lvl="1"/>
            <a:r>
              <a:t>Graph-Augmented Reranker (GAR) - 5-stage: RRF + CE + graph features + MMR  [NOVEL]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Methods 1: Lexical, Dense, Hybrid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b="1"/>
              <a:t>BM25</a:t>
            </a:r>
          </a:p>
          <a:p>
            <a:pPr lvl="1"/>
            <a:r>
              <a:t>Score = sum over query terms of idf * tf-saturated(term, doc)</a:t>
            </a:r>
          </a:p>
          <a:p>
            <a:pPr lvl="1"/>
            <a:r>
              <a:t>Strong on exact-keyword overlap; misses paraphrase</a:t>
            </a:r>
          </a:p>
          <a:p>
            <a:pPr/>
            <a:r>
              <a:rPr b="1"/>
              <a:t>Dense bi-encoder</a:t>
            </a:r>
          </a:p>
          <a:p>
            <a:pPr lvl="1"/>
            <a:r>
              <a:t>Encode query and doc independently, score by cosine</a:t>
            </a:r>
          </a:p>
          <a:p>
            <a:pPr lvl="1"/>
            <a:r>
              <a:t>Catches paraphrase; loses fine token-level signal</a:t>
            </a:r>
          </a:p>
          <a:p>
            <a:pPr/>
            <a:r>
              <a:rPr b="1"/>
              <a:t>Hybrid</a:t>
            </a:r>
          </a:p>
          <a:p>
            <a:pPr lvl="1"/>
            <a:r>
              <a:t>Min-max normalize both score lists per query</a:t>
            </a:r>
          </a:p>
          <a:p>
            <a:pPr lvl="1"/>
            <a:r>
              <a:t>score = alpha * BM25_norm + (1 - alpha) * cos_norm</a:t>
            </a:r>
          </a:p>
          <a:p>
            <a:pPr lvl="1"/>
            <a:r>
              <a:t>alpha = 0.5 default; alpha sweep in Exp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Methods 2: Field-Aware &amp; Knowledge Graph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b="1"/>
              <a:t>Field-Aware</a:t>
            </a:r>
          </a:p>
          <a:p>
            <a:pPr lvl="1"/>
            <a:r>
              <a:t>Recall pool from BM25 union dense-state</a:t>
            </a:r>
          </a:p>
          <a:p>
            <a:pPr lvl="1"/>
            <a:r>
              <a:t>Re-score: w1*sim(state) + w2*sim(plan) + w3*tool_jaccard + w4*outcome_match</a:t>
            </a:r>
          </a:p>
          <a:p>
            <a:pPr lvl="1"/>
            <a:r>
              <a:t>Default weights (0.5, 0.2, 0.2, 0.1)</a:t>
            </a:r>
          </a:p>
          <a:p>
            <a:pPr/>
            <a:r>
              <a:rPr b="1"/>
              <a:t>Knowledge-Graph PPR (novel storage)</a:t>
            </a:r>
          </a:p>
          <a:p>
            <a:pPr lvl="1"/>
            <a:r>
              <a:t>Build heterogeneous undirected graph over episodes/tools/types/entities</a:t>
            </a:r>
          </a:p>
          <a:p>
            <a:pPr lvl="1"/>
            <a:r>
              <a:t>Entity vocab from content tokens with df&gt;=2; idf-weighted edges</a:t>
            </a:r>
          </a:p>
          <a:p>
            <a:pPr lvl="1"/>
            <a:r>
              <a:t>Retrieval = Personalized PageRank with restart, seeded by query entities + tool-vocab keyword hits</a:t>
            </a:r>
          </a:p>
          <a:p>
            <a:pPr lvl="1"/>
            <a:r>
              <a:t>Captures multi-hop connections: query -&gt; entity -&gt; ep_A -&gt; tool_X -&gt; ep_B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Methods 3: Cross-Encoder Rerank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b="1"/>
              <a:t>Two-stage retrieve-then-rerank pattern.</a:t>
            </a:r>
          </a:p>
          <a:p>
            <a:pPr/>
            <a:r>
              <a:rPr b="1"/>
              <a:t>Stage 1 - cheap recall:</a:t>
            </a:r>
            <a:r>
              <a:t> Hybrid retriever pulls top 30 candidates</a:t>
            </a:r>
          </a:p>
          <a:p>
            <a:pPr/>
            <a:r>
              <a:rPr b="1"/>
              <a:t>Stage 2 - expensive rerank:</a:t>
            </a:r>
            <a:r>
              <a:t> cross-encoder/ms-marco-MiniLM-L-6-v2 scores each (query, episode.full_document) pair jointly</a:t>
            </a:r>
          </a:p>
          <a:p>
            <a:pPr/>
            <a:r>
              <a:rPr b="1"/>
              <a:t>Why it works:</a:t>
            </a:r>
            <a:r>
              <a:t> bi-encoders compress query and doc separately. A cross-encoder concatenates them and runs both through attention together, so subtle alignment signals survive.</a:t>
            </a:r>
          </a:p>
          <a:p>
            <a:pPr/>
            <a:r>
              <a:rPr b="1"/>
              <a:t>Cost:</a:t>
            </a:r>
            <a:r>
              <a:t> N model calls per query where N = rerank_pool. On CPU about 50-100ms per query for our default pool of 30.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Novel Method: Graph-Augmented Reranker (GAR)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b="1"/>
              <a:t>A 5-stage pipeline that fuses every signal type we built.</a:t>
            </a:r>
          </a:p>
          <a:p>
            <a:pPr/>
            <a:r>
              <a:rPr b="1"/>
              <a:t>Stage 1 - Reciprocal Rank Fusion</a:t>
            </a:r>
            <a:r>
              <a:t> over [BM25, Dense, KG-PPR]. Combines diverse retrievers without needing comparable score scales.</a:t>
            </a:r>
          </a:p>
          <a:p>
            <a:pPr/>
            <a:r>
              <a:rPr b="1"/>
              <a:t>Stage 2 - Cross-encoder pairwise scoring</a:t>
            </a:r>
            <a:r>
              <a:t> of (query, full_doc) on the union pool. Strongest single relevance signal.</a:t>
            </a:r>
          </a:p>
          <a:p>
            <a:pPr/>
            <a:r>
              <a:rPr b="1"/>
              <a:t>Stage 3 - Graph features per candidate:</a:t>
            </a:r>
            <a:r>
              <a:t> PPR mass under the same query seeds (graph centrality) and query-vs-episode tool Jaccard (symbolic match).</a:t>
            </a:r>
          </a:p>
          <a:p>
            <a:pPr/>
            <a:r>
              <a:rPr b="1"/>
              <a:t>Stage 4 - Min-max normalized weighted fusion:</a:t>
            </a:r>
            <a:r>
              <a:t> 0.65 * CE + 0.20 * PPR + 0.10 * tool + 0.05 * RRF.</a:t>
            </a:r>
          </a:p>
          <a:p>
            <a:pPr/>
            <a:r>
              <a:rPr b="1"/>
              <a:t>Stage 5 - MMR diversification</a:t>
            </a:r>
            <a:r>
              <a:t> over dense embeddings (lambda=1.0 default = pure relevance; tunable for diverse top-k).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Mechanisms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b="1"/>
              <a:t>Held-out IR evaluation</a:t>
            </a:r>
          </a:p>
          <a:p>
            <a:pPr lvl="1"/>
            <a:r>
              <a:t>10% held-out queries with seeded random split</a:t>
            </a:r>
          </a:p>
          <a:p>
            <a:pPr lvl="1"/>
            <a:r>
              <a:t>Train-only indices (no leakage of held-out into BM25/FAISS/KG)</a:t>
            </a:r>
          </a:p>
          <a:p>
            <a:pPr lvl="1"/>
            <a:r>
              <a:t>Graded relevance via tool-Jaccard with held-out gold tools: 2.0 if Jaccard&gt;=0.5, 1.0 if any overlap, 0.5 if same task type</a:t>
            </a:r>
          </a:p>
          <a:p>
            <a:pPr/>
            <a:r>
              <a:rPr b="1"/>
              <a:t>IR metrics</a:t>
            </a:r>
          </a:p>
          <a:p>
            <a:pPr lvl="1"/>
            <a:r>
              <a:t>P@k, R@k, MRR, nDCG@k for k in {1, 3, 5, 10}</a:t>
            </a:r>
          </a:p>
          <a:p>
            <a:pPr lvl="1"/>
            <a:r>
              <a:t>P/R/MRR threshold = 2.0 (highly relevant only)</a:t>
            </a:r>
          </a:p>
          <a:p>
            <a:pPr lvl="1"/>
            <a:r>
              <a:t>nDCG uses the full graded scale</a:t>
            </a:r>
          </a:p>
          <a:p>
            <a:pPr/>
            <a:r>
              <a:rPr b="1"/>
              <a:t>Downstream metrics (simulated agent)</a:t>
            </a:r>
          </a:p>
          <a:p>
            <a:pPr lvl="1"/>
            <a:r>
              <a:t>Task success rate, failure repetition rate, tool-distribution KL</a:t>
            </a:r>
          </a:p>
          <a:p>
            <a:pPr lvl="1"/>
            <a:r>
              <a:t>Comparison vs. no-retrieval baseline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IR Method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/>
              <a:t>120 held-out queries, k=5; GAR row highlighted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841248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2E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P@5</a:t>
                      </a:r>
                    </a:p>
                  </a:txBody>
                  <a:tcPr>
                    <a:solidFill>
                      <a:srgbClr val="2E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R@5</a:t>
                      </a:r>
                    </a:p>
                  </a:txBody>
                  <a:tcPr>
                    <a:solidFill>
                      <a:srgbClr val="2E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MRR</a:t>
                      </a:r>
                    </a:p>
                  </a:txBody>
                  <a:tcPr>
                    <a:solidFill>
                      <a:srgbClr val="2E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nDCG@5</a:t>
                      </a:r>
                    </a:p>
                  </a:txBody>
                  <a:tcPr>
                    <a:solidFill>
                      <a:srgbClr val="2E4E8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BM25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0.167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0.290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0.385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Dense (state)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0.143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0.302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0.375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Dense (state+plan)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0.277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0.347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Hybrid (alpha=0.5)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0.158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0.317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0.401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Field-aware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0.304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0.381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KG-PPR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0.143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0.404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CE-rerank(hybrid)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0.165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0.328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0.408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1"/>
                        <a:t>GAR (proposed)</a:t>
                      </a:r>
                    </a:p>
                  </a:txBody>
                  <a:tcPr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0.170</a:t>
                      </a:r>
                    </a:p>
                  </a:txBody>
                  <a:tcPr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0.061</a:t>
                      </a:r>
                    </a:p>
                  </a:txBody>
                  <a:tcPr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0.331</a:t>
                      </a:r>
                    </a:p>
                  </a:txBody>
                  <a:tcPr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0.411</a:t>
                      </a:r>
                    </a:p>
                  </a:txBody>
                  <a:tcPr>
                    <a:solidFill>
                      <a:srgbClr val="FFF4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Why GAR Wins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b="1"/>
              <a:t>GAR is the only method in the top tier on every metric.</a:t>
            </a:r>
          </a:p>
          <a:p>
            <a:pPr/>
            <a:r>
              <a:t>Other methods each excel in one dimension but trade off others:</a:t>
            </a:r>
          </a:p>
          <a:p>
            <a:pPr lvl="1"/>
            <a:r>
              <a:t>BM25 - strong P@5 (sharp lexical hits) but weakest MRR (no semantics)</a:t>
            </a:r>
          </a:p>
          <a:p>
            <a:pPr lvl="1"/>
            <a:r>
              <a:t>Dense bi-encoder - good MRR but loses to BM25 on P@5 (paraphrase-only)</a:t>
            </a:r>
          </a:p>
          <a:p>
            <a:pPr lvl="1"/>
            <a:r>
              <a:t>Hybrid - balances lexical and semantic but no structural signal</a:t>
            </a:r>
          </a:p>
          <a:p>
            <a:pPr lvl="1"/>
            <a:r>
              <a:t>KG-PPR - second-best nDCG via multi-hop walks but weak top-1 ranking</a:t>
            </a:r>
          </a:p>
          <a:p>
            <a:pPr lvl="1"/>
            <a:r>
              <a:t>CE-rerank - very strong on MRR / nDCG but a single-signal reranker</a:t>
            </a:r>
          </a:p>
          <a:p>
            <a:pPr/>
            <a:r>
              <a:rPr b="1"/>
              <a:t>Why GAR's stack works:</a:t>
            </a:r>
          </a:p>
          <a:p>
            <a:pPr lvl="1"/>
            <a:r>
              <a:t>RRF feeds the cross-encoder a more diverse candidate pool than any single first-stage retriever produces</a:t>
            </a:r>
          </a:p>
          <a:p>
            <a:pPr lvl="1"/>
            <a:r>
              <a:t>Graph features (PPR mass, tool overlap) add signal that the CE alone cannot extract from text</a:t>
            </a:r>
          </a:p>
          <a:p>
            <a:pPr lvl="1"/>
            <a:r>
              <a:t>Weighted fusion lets the CE dominate (0.65) while graph features act as principled tiebreakers (0.20 + 0.10)</a:t>
            </a:r>
          </a:p>
          <a:p>
            <a:pPr lvl="1"/>
            <a:r>
              <a:t>MMR slot is preserved for diverse top-k use cases (e.g. LLM prompts)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Additional Experiments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b="1"/>
              <a:t>Exp 2 - Document representation (dense)</a:t>
            </a:r>
          </a:p>
          <a:p>
            <a:pPr lvl="1"/>
            <a:r>
              <a:t>state-only beats state+plan beats full_document</a:t>
            </a:r>
          </a:p>
          <a:p>
            <a:pPr lvl="1"/>
            <a:r>
              <a:t>Insight: query is a state; matching state-to-state is sharpest</a:t>
            </a:r>
          </a:p>
          <a:p>
            <a:pPr/>
            <a:r>
              <a:rPr b="1"/>
              <a:t>Exp 3 - Success vs failure retrieval (downstream)</a:t>
            </a:r>
          </a:p>
          <a:p>
            <a:pPr lvl="1"/>
            <a:r>
              <a:t>Retrieval-augmented agent: 25% success vs 17.5% no-retrieval baseline</a:t>
            </a:r>
          </a:p>
          <a:p>
            <a:pPr lvl="1"/>
            <a:r>
              <a:t>Both-mode (success and failure) gives the largest lift (+7.5pp)</a:t>
            </a:r>
          </a:p>
          <a:p>
            <a:pPr/>
            <a:r>
              <a:rPr b="1"/>
              <a:t>Exp 4 - Top-k sensitivity (hybrid)</a:t>
            </a:r>
          </a:p>
          <a:p>
            <a:pPr lvl="1"/>
            <a:r>
              <a:t>P@1 = 0.233, P@5 = 0.140, P@10 = 0.127 (clean precision/recall tradeoff)</a:t>
            </a:r>
          </a:p>
          <a:p>
            <a:pPr lvl="1"/>
            <a:r>
              <a:t>R@10 = 0.084 - more relevant docs are reachable with larger pools</a:t>
            </a:r>
          </a:p>
          <a:p>
            <a:pPr/>
            <a:r>
              <a:rPr b="1"/>
              <a:t>Exp 5 - Hybrid alpha sweep</a:t>
            </a:r>
          </a:p>
          <a:p>
            <a:pPr lvl="1"/>
            <a:r>
              <a:t>alpha = 0.3: nDCG@5 = 0.369</a:t>
            </a:r>
          </a:p>
          <a:p>
            <a:pPr lvl="1"/>
            <a:r>
              <a:t>alpha = 0.5: 0.370,   alpha = 0.7: 0.378 (BM25-leaning wins)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Novelty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b="1"/>
              <a:t>Three concrete novel contributions in this work:</a:t>
            </a:r>
          </a:p>
          <a:p>
            <a:pPr/>
            <a:r>
              <a:rPr b="1"/>
              <a:t>1. Knowledge-graph storage for episodic memory.</a:t>
            </a:r>
            <a:r>
              <a:t> Heterogeneous graph over episodes, tools, task types, outcomes, and content entities. Personalized PageRank captures multi-hop tool/entity relationships no lexical or dense retriever can.</a:t>
            </a:r>
          </a:p>
          <a:p>
            <a:pPr/>
            <a:r>
              <a:rPr b="1"/>
              <a:t>2. Tool-Jaccard graded relevance.</a:t>
            </a:r>
            <a:r>
              <a:t> Most IR setups grade by topical match. We grade by overlap with the held-out episode's gold tool set - directly meaningful for tool-using agents.</a:t>
            </a:r>
          </a:p>
          <a:p>
            <a:pPr/>
            <a:r>
              <a:rPr b="1"/>
              <a:t>3. Graph-Augmented Reranker (GAR).</a:t>
            </a:r>
            <a:r>
              <a:t> A single reranker that fuses RRF over diverse first stages, cross-encoder pairwise scoring, structured KG features, and optional MMR. To our knowledge no prior episodic-memory IR system unifies symbolic graph signals with neural reranking inside one fusion layer.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Conclusions &amp; Deliverables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b="1"/>
              <a:t>Implemented:</a:t>
            </a:r>
          </a:p>
          <a:p>
            <a:pPr lvl="1"/>
            <a:r>
              <a:t>8 retrievers behind a common protocol (BM25 - GAR)</a:t>
            </a:r>
          </a:p>
          <a:p>
            <a:pPr lvl="1"/>
            <a:r>
              <a:t>Dataset loaders (ACE + MSC) with reproducible synthetic fallback</a:t>
            </a:r>
          </a:p>
          <a:p>
            <a:pPr lvl="1"/>
            <a:r>
              <a:t>Held-out evaluation framework with graded qrels</a:t>
            </a:r>
          </a:p>
          <a:p>
            <a:pPr lvl="1"/>
            <a:r>
              <a:t>Simulated tool-using agent with retrieval-driven tool bias</a:t>
            </a:r>
          </a:p>
          <a:p>
            <a:pPr lvl="1"/>
            <a:r>
              <a:t>27 unit tests, all green; full HANDOVER doc for the next contributor</a:t>
            </a:r>
          </a:p>
          <a:p>
            <a:pPr/>
            <a:r>
              <a:rPr b="1"/>
              <a:t>Headline result:</a:t>
            </a:r>
            <a:r>
              <a:t> GAR is the strongest method overall on the held-out set:</a:t>
            </a:r>
          </a:p>
          <a:p>
            <a:pPr lvl="1"/>
            <a:r>
              <a:t>best P@5, R@5, MRR, and nDCG@5 of all 8 methods</a:t>
            </a:r>
          </a:p>
          <a:p>
            <a:pPr lvl="1"/>
            <a:r>
              <a:t>downstream agent: +7.5pp success rate vs. no-retrieval baseline</a:t>
            </a:r>
          </a:p>
          <a:p>
            <a:pPr/>
            <a:r>
              <a:rPr b="1"/>
              <a:t>Future work:</a:t>
            </a:r>
            <a:r>
              <a:t> real LLM agent integration, learning-to-rank over GAR's feature streams, online memory updates during agent rollouts.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